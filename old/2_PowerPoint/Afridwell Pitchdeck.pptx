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3" r:id="rId5"/>
    <p:sldId id="267" r:id="rId6"/>
    <p:sldId id="266" r:id="rId7"/>
    <p:sldId id="268" r:id="rId8"/>
    <p:sldId id="262" r:id="rId9"/>
    <p:sldId id="265" r:id="rId10"/>
    <p:sldId id="264" r:id="rId11"/>
    <p:sldId id="261" r:id="rId12"/>
    <p:sldId id="260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09B00C5B-7D26-4D41-A6EC-1FE72345D98E}">
          <p14:sldIdLst>
            <p14:sldId id="256"/>
            <p14:sldId id="258"/>
            <p14:sldId id="259"/>
            <p14:sldId id="263"/>
            <p14:sldId id="267"/>
            <p14:sldId id="266"/>
          </p14:sldIdLst>
        </p14:section>
        <p14:section name="Anhang" id="{5B631EFF-6FA7-4934-9DFA-94BEA1A6F609}">
          <p14:sldIdLst>
            <p14:sldId id="268"/>
            <p14:sldId id="262"/>
            <p14:sldId id="265"/>
            <p14:sldId id="264"/>
            <p14:sldId id="261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AE5FBE-F993-4BAE-A210-6AD05A6869B3}" v="1789" dt="2025-05-15T14:48:50.2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74" autoAdjust="0"/>
    <p:restoredTop sz="94618"/>
  </p:normalViewPr>
  <p:slideViewPr>
    <p:cSldViewPr snapToGrid="0">
      <p:cViewPr varScale="1">
        <p:scale>
          <a:sx n="84" d="100"/>
          <a:sy n="84" d="100"/>
        </p:scale>
        <p:origin x="114" y="1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is Barthen" userId="99b5e85f-2f13-4563-a921-7e6e051eeb3a" providerId="ADAL" clId="{DF1E6A7D-8496-A94E-9535-9A196A8F39E2}"/>
    <pc:docChg chg="undo custSel delSld modSld modSection">
      <pc:chgData name="Mathis Barthen" userId="99b5e85f-2f13-4563-a921-7e6e051eeb3a" providerId="ADAL" clId="{DF1E6A7D-8496-A94E-9535-9A196A8F39E2}" dt="2025-05-14T14:22:01.285" v="2422" actId="478"/>
      <pc:docMkLst>
        <pc:docMk/>
      </pc:docMkLst>
      <pc:sldChg chg="addSp delSp modSp del mod">
        <pc:chgData name="Mathis Barthen" userId="99b5e85f-2f13-4563-a921-7e6e051eeb3a" providerId="ADAL" clId="{DF1E6A7D-8496-A94E-9535-9A196A8F39E2}" dt="2025-05-14T13:59:49.264" v="2099" actId="2696"/>
        <pc:sldMkLst>
          <pc:docMk/>
          <pc:sldMk cId="1704556359" sldId="257"/>
        </pc:sldMkLst>
      </pc:sldChg>
      <pc:sldChg chg="addSp modSp mod">
        <pc:chgData name="Mathis Barthen" userId="99b5e85f-2f13-4563-a921-7e6e051eeb3a" providerId="ADAL" clId="{DF1E6A7D-8496-A94E-9535-9A196A8F39E2}" dt="2025-05-14T14:09:26.158" v="2394" actId="14100"/>
        <pc:sldMkLst>
          <pc:docMk/>
          <pc:sldMk cId="805585022" sldId="258"/>
        </pc:sldMkLst>
        <pc:spChg chg="mod">
          <ac:chgData name="Mathis Barthen" userId="99b5e85f-2f13-4563-a921-7e6e051eeb3a" providerId="ADAL" clId="{DF1E6A7D-8496-A94E-9535-9A196A8F39E2}" dt="2025-05-14T14:00:08.042" v="2138" actId="20577"/>
          <ac:spMkLst>
            <pc:docMk/>
            <pc:sldMk cId="805585022" sldId="258"/>
            <ac:spMk id="2" creationId="{E3ADF4C6-79EB-D3FE-2A83-DC9D53C7A700}"/>
          </ac:spMkLst>
        </pc:spChg>
        <pc:spChg chg="mod">
          <ac:chgData name="Mathis Barthen" userId="99b5e85f-2f13-4563-a921-7e6e051eeb3a" providerId="ADAL" clId="{DF1E6A7D-8496-A94E-9535-9A196A8F39E2}" dt="2025-05-14T14:09:26.158" v="2394" actId="14100"/>
          <ac:spMkLst>
            <pc:docMk/>
            <pc:sldMk cId="805585022" sldId="258"/>
            <ac:spMk id="3" creationId="{8443DD98-5350-72CE-D74F-53740D99A406}"/>
          </ac:spMkLst>
        </pc:spChg>
        <pc:spChg chg="add mod">
          <ac:chgData name="Mathis Barthen" userId="99b5e85f-2f13-4563-a921-7e6e051eeb3a" providerId="ADAL" clId="{DF1E6A7D-8496-A94E-9535-9A196A8F39E2}" dt="2025-05-14T13:56:40.053" v="1737" actId="14100"/>
          <ac:spMkLst>
            <pc:docMk/>
            <pc:sldMk cId="805585022" sldId="258"/>
            <ac:spMk id="4" creationId="{3CF2BB30-754F-0793-B7AC-9BC4DECBBC76}"/>
          </ac:spMkLst>
        </pc:spChg>
        <pc:spChg chg="mod">
          <ac:chgData name="Mathis Barthen" userId="99b5e85f-2f13-4563-a921-7e6e051eeb3a" providerId="ADAL" clId="{DF1E6A7D-8496-A94E-9535-9A196A8F39E2}" dt="2025-05-14T14:02:07.576" v="2189" actId="14100"/>
          <ac:spMkLst>
            <pc:docMk/>
            <pc:sldMk cId="805585022" sldId="258"/>
            <ac:spMk id="5" creationId="{D3275A59-9AE3-A8DD-2EED-72EE1EB86E98}"/>
          </ac:spMkLst>
        </pc:spChg>
        <pc:spChg chg="add mod">
          <ac:chgData name="Mathis Barthen" userId="99b5e85f-2f13-4563-a921-7e6e051eeb3a" providerId="ADAL" clId="{DF1E6A7D-8496-A94E-9535-9A196A8F39E2}" dt="2025-05-14T10:08:25.093" v="1678" actId="1076"/>
          <ac:spMkLst>
            <pc:docMk/>
            <pc:sldMk cId="805585022" sldId="258"/>
            <ac:spMk id="6" creationId="{5B598EBD-4015-3A93-621F-C1685F0E5830}"/>
          </ac:spMkLst>
        </pc:spChg>
        <pc:spChg chg="add mod">
          <ac:chgData name="Mathis Barthen" userId="99b5e85f-2f13-4563-a921-7e6e051eeb3a" providerId="ADAL" clId="{DF1E6A7D-8496-A94E-9535-9A196A8F39E2}" dt="2025-05-14T10:08:30.062" v="1681" actId="20577"/>
          <ac:spMkLst>
            <pc:docMk/>
            <pc:sldMk cId="805585022" sldId="258"/>
            <ac:spMk id="7" creationId="{84E50527-ABE9-25E2-AA6B-14AFE77FC636}"/>
          </ac:spMkLst>
        </pc:spChg>
        <pc:spChg chg="add mod">
          <ac:chgData name="Mathis Barthen" userId="99b5e85f-2f13-4563-a921-7e6e051eeb3a" providerId="ADAL" clId="{DF1E6A7D-8496-A94E-9535-9A196A8F39E2}" dt="2025-05-14T13:56:28.563" v="1735" actId="1076"/>
          <ac:spMkLst>
            <pc:docMk/>
            <pc:sldMk cId="805585022" sldId="258"/>
            <ac:spMk id="8" creationId="{7DBC68C9-3218-5E16-E7C3-BBB559CA34E1}"/>
          </ac:spMkLst>
        </pc:spChg>
        <pc:spChg chg="add mod">
          <ac:chgData name="Mathis Barthen" userId="99b5e85f-2f13-4563-a921-7e6e051eeb3a" providerId="ADAL" clId="{DF1E6A7D-8496-A94E-9535-9A196A8F39E2}" dt="2025-05-14T13:57:10.714" v="1747" actId="14100"/>
          <ac:spMkLst>
            <pc:docMk/>
            <pc:sldMk cId="805585022" sldId="258"/>
            <ac:spMk id="9" creationId="{1B1AF86A-E6F7-2F57-83F7-600647A7052A}"/>
          </ac:spMkLst>
        </pc:spChg>
        <pc:spChg chg="add mod">
          <ac:chgData name="Mathis Barthen" userId="99b5e85f-2f13-4563-a921-7e6e051eeb3a" providerId="ADAL" clId="{DF1E6A7D-8496-A94E-9535-9A196A8F39E2}" dt="2025-05-14T14:06:56.108" v="2199" actId="242"/>
          <ac:spMkLst>
            <pc:docMk/>
            <pc:sldMk cId="805585022" sldId="258"/>
            <ac:spMk id="10" creationId="{4F1FA5FB-3D38-9E45-AAF2-15B7CCA654F6}"/>
          </ac:spMkLst>
        </pc:spChg>
      </pc:sldChg>
      <pc:sldChg chg="modSp mod">
        <pc:chgData name="Mathis Barthen" userId="99b5e85f-2f13-4563-a921-7e6e051eeb3a" providerId="ADAL" clId="{DF1E6A7D-8496-A94E-9535-9A196A8F39E2}" dt="2025-05-14T14:01:33.171" v="2178" actId="1076"/>
        <pc:sldMkLst>
          <pc:docMk/>
          <pc:sldMk cId="2538519486" sldId="259"/>
        </pc:sldMkLst>
        <pc:spChg chg="mod">
          <ac:chgData name="Mathis Barthen" userId="99b5e85f-2f13-4563-a921-7e6e051eeb3a" providerId="ADAL" clId="{DF1E6A7D-8496-A94E-9535-9A196A8F39E2}" dt="2025-05-14T14:01:33.171" v="2178" actId="1076"/>
          <ac:spMkLst>
            <pc:docMk/>
            <pc:sldMk cId="2538519486" sldId="259"/>
            <ac:spMk id="4" creationId="{81DF6629-BF67-C504-3E15-BDA6F2997C1E}"/>
          </ac:spMkLst>
        </pc:spChg>
        <pc:spChg chg="mod">
          <ac:chgData name="Mathis Barthen" userId="99b5e85f-2f13-4563-a921-7e6e051eeb3a" providerId="ADAL" clId="{DF1E6A7D-8496-A94E-9535-9A196A8F39E2}" dt="2025-05-14T14:01:33.171" v="2178" actId="1076"/>
          <ac:spMkLst>
            <pc:docMk/>
            <pc:sldMk cId="2538519486" sldId="259"/>
            <ac:spMk id="5" creationId="{DB34ACE7-162D-7C82-55CD-5038C9ACF732}"/>
          </ac:spMkLst>
        </pc:spChg>
      </pc:sldChg>
      <pc:sldChg chg="delSp modSp mod">
        <pc:chgData name="Mathis Barthen" userId="99b5e85f-2f13-4563-a921-7e6e051eeb3a" providerId="ADAL" clId="{DF1E6A7D-8496-A94E-9535-9A196A8F39E2}" dt="2025-05-14T14:20:56.956" v="2421" actId="478"/>
        <pc:sldMkLst>
          <pc:docMk/>
          <pc:sldMk cId="92883288" sldId="263"/>
        </pc:sldMkLst>
        <pc:spChg chg="mod">
          <ac:chgData name="Mathis Barthen" userId="99b5e85f-2f13-4563-a921-7e6e051eeb3a" providerId="ADAL" clId="{DF1E6A7D-8496-A94E-9535-9A196A8F39E2}" dt="2025-05-14T14:20:52.075" v="2420" actId="20577"/>
          <ac:spMkLst>
            <pc:docMk/>
            <pc:sldMk cId="92883288" sldId="263"/>
            <ac:spMk id="2" creationId="{DF631313-3802-C288-A06E-5958CAB0EF2B}"/>
          </ac:spMkLst>
        </pc:spChg>
      </pc:sldChg>
      <pc:sldChg chg="delSp mod">
        <pc:chgData name="Mathis Barthen" userId="99b5e85f-2f13-4563-a921-7e6e051eeb3a" providerId="ADAL" clId="{DF1E6A7D-8496-A94E-9535-9A196A8F39E2}" dt="2025-05-14T14:22:01.285" v="2422" actId="478"/>
        <pc:sldMkLst>
          <pc:docMk/>
          <pc:sldMk cId="356365376" sldId="267"/>
        </pc:sldMkLst>
      </pc:sldChg>
    </pc:docChg>
  </pc:docChgLst>
  <pc:docChgLst>
    <pc:chgData name="Nahom Mekbeb" userId="e293a0d2-298d-4f76-ac4e-c5d6523e5a1f" providerId="ADAL" clId="{F2AE5FBE-F993-4BAE-A210-6AD05A6869B3}"/>
    <pc:docChg chg="undo custSel modSld sldOrd">
      <pc:chgData name="Nahom Mekbeb" userId="e293a0d2-298d-4f76-ac4e-c5d6523e5a1f" providerId="ADAL" clId="{F2AE5FBE-F993-4BAE-A210-6AD05A6869B3}" dt="2025-05-16T14:29:23.396" v="3447" actId="20577"/>
      <pc:docMkLst>
        <pc:docMk/>
      </pc:docMkLst>
      <pc:sldChg chg="addSp delSp modSp mod">
        <pc:chgData name="Nahom Mekbeb" userId="e293a0d2-298d-4f76-ac4e-c5d6523e5a1f" providerId="ADAL" clId="{F2AE5FBE-F993-4BAE-A210-6AD05A6869B3}" dt="2025-05-15T14:48:50.200" v="3201" actId="20577"/>
        <pc:sldMkLst>
          <pc:docMk/>
          <pc:sldMk cId="2538519486" sldId="259"/>
        </pc:sldMkLst>
        <pc:spChg chg="mod">
          <ac:chgData name="Nahom Mekbeb" userId="e293a0d2-298d-4f76-ac4e-c5d6523e5a1f" providerId="ADAL" clId="{F2AE5FBE-F993-4BAE-A210-6AD05A6869B3}" dt="2025-05-15T12:17:50.919" v="1674" actId="27636"/>
          <ac:spMkLst>
            <pc:docMk/>
            <pc:sldMk cId="2538519486" sldId="259"/>
            <ac:spMk id="3" creationId="{41844CB3-2894-018C-E95E-CB876601188D}"/>
          </ac:spMkLst>
        </pc:spChg>
        <pc:spChg chg="mod">
          <ac:chgData name="Nahom Mekbeb" userId="e293a0d2-298d-4f76-ac4e-c5d6523e5a1f" providerId="ADAL" clId="{F2AE5FBE-F993-4BAE-A210-6AD05A6869B3}" dt="2025-05-15T08:58:24.258" v="1361" actId="20577"/>
          <ac:spMkLst>
            <pc:docMk/>
            <pc:sldMk cId="2538519486" sldId="259"/>
            <ac:spMk id="4" creationId="{81DF6629-BF67-C504-3E15-BDA6F2997C1E}"/>
          </ac:spMkLst>
        </pc:spChg>
        <pc:spChg chg="mod">
          <ac:chgData name="Nahom Mekbeb" userId="e293a0d2-298d-4f76-ac4e-c5d6523e5a1f" providerId="ADAL" clId="{F2AE5FBE-F993-4BAE-A210-6AD05A6869B3}" dt="2025-05-15T08:58:15.840" v="1359" actId="5793"/>
          <ac:spMkLst>
            <pc:docMk/>
            <pc:sldMk cId="2538519486" sldId="259"/>
            <ac:spMk id="5" creationId="{DB34ACE7-162D-7C82-55CD-5038C9ACF732}"/>
          </ac:spMkLst>
        </pc:spChg>
        <pc:spChg chg="del mod">
          <ac:chgData name="Nahom Mekbeb" userId="e293a0d2-298d-4f76-ac4e-c5d6523e5a1f" providerId="ADAL" clId="{F2AE5FBE-F993-4BAE-A210-6AD05A6869B3}" dt="2025-05-15T08:58:25.460" v="1363"/>
          <ac:spMkLst>
            <pc:docMk/>
            <pc:sldMk cId="2538519486" sldId="259"/>
            <ac:spMk id="6" creationId="{A8E6EC08-5EED-15D1-09EC-D049EDD91D62}"/>
          </ac:spMkLst>
        </pc:spChg>
        <pc:graphicFrameChg chg="add del mod modGraphic">
          <ac:chgData name="Nahom Mekbeb" userId="e293a0d2-298d-4f76-ac4e-c5d6523e5a1f" providerId="ADAL" clId="{F2AE5FBE-F993-4BAE-A210-6AD05A6869B3}" dt="2025-05-15T14:48:50.200" v="3201" actId="20577"/>
          <ac:graphicFrameMkLst>
            <pc:docMk/>
            <pc:sldMk cId="2538519486" sldId="259"/>
            <ac:graphicFrameMk id="10" creationId="{96651DB7-4AF8-1F3E-8E32-295CE9E635AB}"/>
          </ac:graphicFrameMkLst>
        </pc:graphicFrameChg>
      </pc:sldChg>
      <pc:sldChg chg="modSp mod">
        <pc:chgData name="Nahom Mekbeb" userId="e293a0d2-298d-4f76-ac4e-c5d6523e5a1f" providerId="ADAL" clId="{F2AE5FBE-F993-4BAE-A210-6AD05A6869B3}" dt="2025-05-16T11:47:54.241" v="3349" actId="14100"/>
        <pc:sldMkLst>
          <pc:docMk/>
          <pc:sldMk cId="92883288" sldId="263"/>
        </pc:sldMkLst>
        <pc:spChg chg="mod">
          <ac:chgData name="Nahom Mekbeb" userId="e293a0d2-298d-4f76-ac4e-c5d6523e5a1f" providerId="ADAL" clId="{F2AE5FBE-F993-4BAE-A210-6AD05A6869B3}" dt="2025-05-15T09:00:31.582" v="1411" actId="207"/>
          <ac:spMkLst>
            <pc:docMk/>
            <pc:sldMk cId="92883288" sldId="263"/>
            <ac:spMk id="3" creationId="{BF42C71B-1400-00E8-0F50-59FDD1020647}"/>
          </ac:spMkLst>
        </pc:spChg>
        <pc:spChg chg="mod">
          <ac:chgData name="Nahom Mekbeb" userId="e293a0d2-298d-4f76-ac4e-c5d6523e5a1f" providerId="ADAL" clId="{F2AE5FBE-F993-4BAE-A210-6AD05A6869B3}" dt="2025-05-16T11:29:08.457" v="3346" actId="207"/>
          <ac:spMkLst>
            <pc:docMk/>
            <pc:sldMk cId="92883288" sldId="263"/>
            <ac:spMk id="4" creationId="{289C28DF-874C-73D0-C00C-CE8ED3924147}"/>
          </ac:spMkLst>
        </pc:spChg>
        <pc:spChg chg="mod">
          <ac:chgData name="Nahom Mekbeb" userId="e293a0d2-298d-4f76-ac4e-c5d6523e5a1f" providerId="ADAL" clId="{F2AE5FBE-F993-4BAE-A210-6AD05A6869B3}" dt="2025-05-16T11:47:54.241" v="3349" actId="14100"/>
          <ac:spMkLst>
            <pc:docMk/>
            <pc:sldMk cId="92883288" sldId="263"/>
            <ac:spMk id="6" creationId="{3C133359-DCFA-A4D9-3ED0-B077958F39F1}"/>
          </ac:spMkLst>
        </pc:spChg>
      </pc:sldChg>
      <pc:sldChg chg="delSp modSp mod">
        <pc:chgData name="Nahom Mekbeb" userId="e293a0d2-298d-4f76-ac4e-c5d6523e5a1f" providerId="ADAL" clId="{F2AE5FBE-F993-4BAE-A210-6AD05A6869B3}" dt="2025-05-16T14:29:23.396" v="3447" actId="20577"/>
        <pc:sldMkLst>
          <pc:docMk/>
          <pc:sldMk cId="186964371" sldId="266"/>
        </pc:sldMkLst>
        <pc:spChg chg="mod">
          <ac:chgData name="Nahom Mekbeb" userId="e293a0d2-298d-4f76-ac4e-c5d6523e5a1f" providerId="ADAL" clId="{F2AE5FBE-F993-4BAE-A210-6AD05A6869B3}" dt="2025-05-16T14:29:23.396" v="3447" actId="20577"/>
          <ac:spMkLst>
            <pc:docMk/>
            <pc:sldMk cId="186964371" sldId="266"/>
            <ac:spMk id="3" creationId="{90600E17-50E7-E6CD-2A9C-164630A80F45}"/>
          </ac:spMkLst>
        </pc:spChg>
        <pc:spChg chg="del mod">
          <ac:chgData name="Nahom Mekbeb" userId="e293a0d2-298d-4f76-ac4e-c5d6523e5a1f" providerId="ADAL" clId="{F2AE5FBE-F993-4BAE-A210-6AD05A6869B3}" dt="2025-05-15T13:43:45.255" v="2590"/>
          <ac:spMkLst>
            <pc:docMk/>
            <pc:sldMk cId="186964371" sldId="266"/>
            <ac:spMk id="4" creationId="{889C32B2-91B2-254B-F1AC-7719B74E12E9}"/>
          </ac:spMkLst>
        </pc:spChg>
      </pc:sldChg>
      <pc:sldChg chg="modSp mod ord">
        <pc:chgData name="Nahom Mekbeb" userId="e293a0d2-298d-4f76-ac4e-c5d6523e5a1f" providerId="ADAL" clId="{F2AE5FBE-F993-4BAE-A210-6AD05A6869B3}" dt="2025-05-16T11:17:16.327" v="3274" actId="20577"/>
        <pc:sldMkLst>
          <pc:docMk/>
          <pc:sldMk cId="356365376" sldId="267"/>
        </pc:sldMkLst>
        <pc:spChg chg="mod">
          <ac:chgData name="Nahom Mekbeb" userId="e293a0d2-298d-4f76-ac4e-c5d6523e5a1f" providerId="ADAL" clId="{F2AE5FBE-F993-4BAE-A210-6AD05A6869B3}" dt="2025-05-15T14:08:53.164" v="3131" actId="1076"/>
          <ac:spMkLst>
            <pc:docMk/>
            <pc:sldMk cId="356365376" sldId="267"/>
            <ac:spMk id="2" creationId="{AA76A9E7-D043-5B84-1A53-5D5B200A7AD5}"/>
          </ac:spMkLst>
        </pc:spChg>
        <pc:spChg chg="mod">
          <ac:chgData name="Nahom Mekbeb" userId="e293a0d2-298d-4f76-ac4e-c5d6523e5a1f" providerId="ADAL" clId="{F2AE5FBE-F993-4BAE-A210-6AD05A6869B3}" dt="2025-05-16T11:17:16.327" v="3274" actId="20577"/>
          <ac:spMkLst>
            <pc:docMk/>
            <pc:sldMk cId="356365376" sldId="267"/>
            <ac:spMk id="3" creationId="{98F81EC2-A1D3-0AD5-92F7-330AA7528A1C}"/>
          </ac:spMkLst>
        </pc:spChg>
        <pc:spChg chg="mod">
          <ac:chgData name="Nahom Mekbeb" userId="e293a0d2-298d-4f76-ac4e-c5d6523e5a1f" providerId="ADAL" clId="{F2AE5FBE-F993-4BAE-A210-6AD05A6869B3}" dt="2025-05-15T14:32:09.891" v="3182" actId="1076"/>
          <ac:spMkLst>
            <pc:docMk/>
            <pc:sldMk cId="356365376" sldId="267"/>
            <ac:spMk id="5" creationId="{7FFCC485-0EC8-06A0-6ED8-2DBABF7903DB}"/>
          </ac:spMkLst>
        </pc:spChg>
        <pc:spChg chg="mod">
          <ac:chgData name="Nahom Mekbeb" userId="e293a0d2-298d-4f76-ac4e-c5d6523e5a1f" providerId="ADAL" clId="{F2AE5FBE-F993-4BAE-A210-6AD05A6869B3}" dt="2025-05-15T14:48:35.665" v="3200" actId="1076"/>
          <ac:spMkLst>
            <pc:docMk/>
            <pc:sldMk cId="356365376" sldId="267"/>
            <ac:spMk id="6" creationId="{1DA96351-FCF3-12C2-B69D-D0D4EEA0B3C7}"/>
          </ac:spMkLst>
        </pc:spChg>
      </pc:sldChg>
    </pc:docChg>
  </pc:docChgLst>
  <pc:docChgLst>
    <pc:chgData name="Nahom Mekbeb" userId="e293a0d2-298d-4f76-ac4e-c5d6523e5a1f" providerId="ADAL" clId="{02DBDD0D-12A5-481B-89FA-671D0470AB18}"/>
    <pc:docChg chg="undo custSel modSld sldOrd addSection modSection">
      <pc:chgData name="Nahom Mekbeb" userId="e293a0d2-298d-4f76-ac4e-c5d6523e5a1f" providerId="ADAL" clId="{02DBDD0D-12A5-481B-89FA-671D0470AB18}" dt="2025-05-14T08:14:39.541" v="1933"/>
      <pc:docMkLst>
        <pc:docMk/>
      </pc:docMkLst>
      <pc:sldChg chg="modSp mod">
        <pc:chgData name="Nahom Mekbeb" userId="e293a0d2-298d-4f76-ac4e-c5d6523e5a1f" providerId="ADAL" clId="{02DBDD0D-12A5-481B-89FA-671D0470AB18}" dt="2025-05-09T13:58:16.948" v="9" actId="20577"/>
        <pc:sldMkLst>
          <pc:docMk/>
          <pc:sldMk cId="4156235292" sldId="256"/>
        </pc:sldMkLst>
        <pc:spChg chg="mod">
          <ac:chgData name="Nahom Mekbeb" userId="e293a0d2-298d-4f76-ac4e-c5d6523e5a1f" providerId="ADAL" clId="{02DBDD0D-12A5-481B-89FA-671D0470AB18}" dt="2025-05-09T13:58:16.948" v="9" actId="20577"/>
          <ac:spMkLst>
            <pc:docMk/>
            <pc:sldMk cId="4156235292" sldId="256"/>
            <ac:spMk id="2" creationId="{5A18C4CA-39E0-C1A0-724D-857C3513AF34}"/>
          </ac:spMkLst>
        </pc:spChg>
      </pc:sldChg>
      <pc:sldChg chg="addSp modSp mod">
        <pc:chgData name="Nahom Mekbeb" userId="e293a0d2-298d-4f76-ac4e-c5d6523e5a1f" providerId="ADAL" clId="{02DBDD0D-12A5-481B-89FA-671D0470AB18}" dt="2025-05-14T08:08:31.249" v="1913" actId="27918"/>
        <pc:sldMkLst>
          <pc:docMk/>
          <pc:sldMk cId="1704556359" sldId="257"/>
        </pc:sldMkLst>
      </pc:sldChg>
      <pc:sldChg chg="addSp delSp modSp mod ord">
        <pc:chgData name="Nahom Mekbeb" userId="e293a0d2-298d-4f76-ac4e-c5d6523e5a1f" providerId="ADAL" clId="{02DBDD0D-12A5-481B-89FA-671D0470AB18}" dt="2025-05-14T07:46:32.976" v="1103" actId="27636"/>
        <pc:sldMkLst>
          <pc:docMk/>
          <pc:sldMk cId="805585022" sldId="258"/>
        </pc:sldMkLst>
        <pc:spChg chg="mod">
          <ac:chgData name="Nahom Mekbeb" userId="e293a0d2-298d-4f76-ac4e-c5d6523e5a1f" providerId="ADAL" clId="{02DBDD0D-12A5-481B-89FA-671D0470AB18}" dt="2025-05-14T07:43:40.430" v="1005" actId="20577"/>
          <ac:spMkLst>
            <pc:docMk/>
            <pc:sldMk cId="805585022" sldId="258"/>
            <ac:spMk id="2" creationId="{E3ADF4C6-79EB-D3FE-2A83-DC9D53C7A700}"/>
          </ac:spMkLst>
        </pc:spChg>
        <pc:spChg chg="mod">
          <ac:chgData name="Nahom Mekbeb" userId="e293a0d2-298d-4f76-ac4e-c5d6523e5a1f" providerId="ADAL" clId="{02DBDD0D-12A5-481B-89FA-671D0470AB18}" dt="2025-05-14T07:42:39.530" v="899" actId="207"/>
          <ac:spMkLst>
            <pc:docMk/>
            <pc:sldMk cId="805585022" sldId="258"/>
            <ac:spMk id="3" creationId="{8443DD98-5350-72CE-D74F-53740D99A406}"/>
          </ac:spMkLst>
        </pc:spChg>
        <pc:spChg chg="add mod">
          <ac:chgData name="Nahom Mekbeb" userId="e293a0d2-298d-4f76-ac4e-c5d6523e5a1f" providerId="ADAL" clId="{02DBDD0D-12A5-481B-89FA-671D0470AB18}" dt="2025-05-14T07:46:32.976" v="1103" actId="27636"/>
          <ac:spMkLst>
            <pc:docMk/>
            <pc:sldMk cId="805585022" sldId="258"/>
            <ac:spMk id="5" creationId="{D3275A59-9AE3-A8DD-2EED-72EE1EB86E98}"/>
          </ac:spMkLst>
        </pc:spChg>
      </pc:sldChg>
      <pc:sldChg chg="addSp modSp mod">
        <pc:chgData name="Nahom Mekbeb" userId="e293a0d2-298d-4f76-ac4e-c5d6523e5a1f" providerId="ADAL" clId="{02DBDD0D-12A5-481B-89FA-671D0470AB18}" dt="2025-05-14T08:10:53.757" v="1917" actId="1076"/>
        <pc:sldMkLst>
          <pc:docMk/>
          <pc:sldMk cId="2538519486" sldId="259"/>
        </pc:sldMkLst>
        <pc:spChg chg="mod">
          <ac:chgData name="Nahom Mekbeb" userId="e293a0d2-298d-4f76-ac4e-c5d6523e5a1f" providerId="ADAL" clId="{02DBDD0D-12A5-481B-89FA-671D0470AB18}" dt="2025-05-14T07:45:08.326" v="1095" actId="20577"/>
          <ac:spMkLst>
            <pc:docMk/>
            <pc:sldMk cId="2538519486" sldId="259"/>
            <ac:spMk id="2" creationId="{B0CB9446-3F79-B8C2-0F06-810BFAF72277}"/>
          </ac:spMkLst>
        </pc:spChg>
        <pc:spChg chg="mod">
          <ac:chgData name="Nahom Mekbeb" userId="e293a0d2-298d-4f76-ac4e-c5d6523e5a1f" providerId="ADAL" clId="{02DBDD0D-12A5-481B-89FA-671D0470AB18}" dt="2025-05-09T14:02:02.550" v="153" actId="20577"/>
          <ac:spMkLst>
            <pc:docMk/>
            <pc:sldMk cId="2538519486" sldId="259"/>
            <ac:spMk id="3" creationId="{41844CB3-2894-018C-E95E-CB876601188D}"/>
          </ac:spMkLst>
        </pc:spChg>
        <pc:spChg chg="add mod">
          <ac:chgData name="Nahom Mekbeb" userId="e293a0d2-298d-4f76-ac4e-c5d6523e5a1f" providerId="ADAL" clId="{02DBDD0D-12A5-481B-89FA-671D0470AB18}" dt="2025-05-14T08:10:53.757" v="1917" actId="1076"/>
          <ac:spMkLst>
            <pc:docMk/>
            <pc:sldMk cId="2538519486" sldId="259"/>
            <ac:spMk id="4" creationId="{81DF6629-BF67-C504-3E15-BDA6F2997C1E}"/>
          </ac:spMkLst>
        </pc:spChg>
        <pc:spChg chg="add mod">
          <ac:chgData name="Nahom Mekbeb" userId="e293a0d2-298d-4f76-ac4e-c5d6523e5a1f" providerId="ADAL" clId="{02DBDD0D-12A5-481B-89FA-671D0470AB18}" dt="2025-05-14T08:10:53.757" v="1917" actId="1076"/>
          <ac:spMkLst>
            <pc:docMk/>
            <pc:sldMk cId="2538519486" sldId="259"/>
            <ac:spMk id="5" creationId="{DB34ACE7-162D-7C82-55CD-5038C9ACF732}"/>
          </ac:spMkLst>
        </pc:spChg>
      </pc:sldChg>
      <pc:sldChg chg="mod ord modShow">
        <pc:chgData name="Nahom Mekbeb" userId="e293a0d2-298d-4f76-ac4e-c5d6523e5a1f" providerId="ADAL" clId="{02DBDD0D-12A5-481B-89FA-671D0470AB18}" dt="2025-05-14T07:45:46.993" v="1098"/>
        <pc:sldMkLst>
          <pc:docMk/>
          <pc:sldMk cId="2988834084" sldId="260"/>
        </pc:sldMkLst>
      </pc:sldChg>
      <pc:sldChg chg="modSp mod ord modShow">
        <pc:chgData name="Nahom Mekbeb" userId="e293a0d2-298d-4f76-ac4e-c5d6523e5a1f" providerId="ADAL" clId="{02DBDD0D-12A5-481B-89FA-671D0470AB18}" dt="2025-05-14T07:46:47.694" v="1106"/>
        <pc:sldMkLst>
          <pc:docMk/>
          <pc:sldMk cId="2420580844" sldId="261"/>
        </pc:sldMkLst>
        <pc:spChg chg="mod">
          <ac:chgData name="Nahom Mekbeb" userId="e293a0d2-298d-4f76-ac4e-c5d6523e5a1f" providerId="ADAL" clId="{02DBDD0D-12A5-481B-89FA-671D0470AB18}" dt="2025-05-09T15:03:03.078" v="814" actId="20577"/>
          <ac:spMkLst>
            <pc:docMk/>
            <pc:sldMk cId="2420580844" sldId="261"/>
            <ac:spMk id="3" creationId="{724C7AF1-8A1B-4B0E-CCF5-FEFD64532E88}"/>
          </ac:spMkLst>
        </pc:spChg>
      </pc:sldChg>
      <pc:sldChg chg="addSp delSp modSp mod ord modShow">
        <pc:chgData name="Nahom Mekbeb" userId="e293a0d2-298d-4f76-ac4e-c5d6523e5a1f" providerId="ADAL" clId="{02DBDD0D-12A5-481B-89FA-671D0470AB18}" dt="2025-05-14T08:14:39.541" v="1933"/>
        <pc:sldMkLst>
          <pc:docMk/>
          <pc:sldMk cId="2567211343" sldId="262"/>
        </pc:sldMkLst>
        <pc:spChg chg="mod">
          <ac:chgData name="Nahom Mekbeb" userId="e293a0d2-298d-4f76-ac4e-c5d6523e5a1f" providerId="ADAL" clId="{02DBDD0D-12A5-481B-89FA-671D0470AB18}" dt="2025-05-14T07:58:31.800" v="1843" actId="6549"/>
          <ac:spMkLst>
            <pc:docMk/>
            <pc:sldMk cId="2567211343" sldId="262"/>
            <ac:spMk id="3" creationId="{435830AE-0D24-4400-B7FF-9A925A05AD75}"/>
          </ac:spMkLst>
        </pc:spChg>
      </pc:sldChg>
      <pc:sldChg chg="addSp modSp mod ord">
        <pc:chgData name="Nahom Mekbeb" userId="e293a0d2-298d-4f76-ac4e-c5d6523e5a1f" providerId="ADAL" clId="{02DBDD0D-12A5-481B-89FA-671D0470AB18}" dt="2025-05-14T08:14:32.330" v="1930" actId="1076"/>
        <pc:sldMkLst>
          <pc:docMk/>
          <pc:sldMk cId="92883288" sldId="263"/>
        </pc:sldMkLst>
        <pc:spChg chg="mod">
          <ac:chgData name="Nahom Mekbeb" userId="e293a0d2-298d-4f76-ac4e-c5d6523e5a1f" providerId="ADAL" clId="{02DBDD0D-12A5-481B-89FA-671D0470AB18}" dt="2025-05-13T10:35:32.594" v="873" actId="20577"/>
          <ac:spMkLst>
            <pc:docMk/>
            <pc:sldMk cId="92883288" sldId="263"/>
            <ac:spMk id="2" creationId="{DF631313-3802-C288-A06E-5958CAB0EF2B}"/>
          </ac:spMkLst>
        </pc:spChg>
        <pc:spChg chg="mod">
          <ac:chgData name="Nahom Mekbeb" userId="e293a0d2-298d-4f76-ac4e-c5d6523e5a1f" providerId="ADAL" clId="{02DBDD0D-12A5-481B-89FA-671D0470AB18}" dt="2025-05-09T14:17:26.874" v="680" actId="20577"/>
          <ac:spMkLst>
            <pc:docMk/>
            <pc:sldMk cId="92883288" sldId="263"/>
            <ac:spMk id="3" creationId="{BF42C71B-1400-00E8-0F50-59FDD1020647}"/>
          </ac:spMkLst>
        </pc:spChg>
        <pc:spChg chg="add mod">
          <ac:chgData name="Nahom Mekbeb" userId="e293a0d2-298d-4f76-ac4e-c5d6523e5a1f" providerId="ADAL" clId="{02DBDD0D-12A5-481B-89FA-671D0470AB18}" dt="2025-05-14T07:54:29.284" v="1614" actId="207"/>
          <ac:spMkLst>
            <pc:docMk/>
            <pc:sldMk cId="92883288" sldId="263"/>
            <ac:spMk id="4" creationId="{289C28DF-874C-73D0-C00C-CE8ED3924147}"/>
          </ac:spMkLst>
        </pc:spChg>
        <pc:spChg chg="add mod">
          <ac:chgData name="Nahom Mekbeb" userId="e293a0d2-298d-4f76-ac4e-c5d6523e5a1f" providerId="ADAL" clId="{02DBDD0D-12A5-481B-89FA-671D0470AB18}" dt="2025-05-14T08:14:32.330" v="1930" actId="1076"/>
          <ac:spMkLst>
            <pc:docMk/>
            <pc:sldMk cId="92883288" sldId="263"/>
            <ac:spMk id="6" creationId="{3C133359-DCFA-A4D9-3ED0-B077958F39F1}"/>
          </ac:spMkLst>
        </pc:spChg>
      </pc:sldChg>
      <pc:sldChg chg="addSp modSp mod ord modShow">
        <pc:chgData name="Nahom Mekbeb" userId="e293a0d2-298d-4f76-ac4e-c5d6523e5a1f" providerId="ADAL" clId="{02DBDD0D-12A5-481B-89FA-671D0470AB18}" dt="2025-05-14T08:11:13.553" v="1920"/>
        <pc:sldMkLst>
          <pc:docMk/>
          <pc:sldMk cId="3092162588" sldId="264"/>
        </pc:sldMkLst>
        <pc:spChg chg="mod">
          <ac:chgData name="Nahom Mekbeb" userId="e293a0d2-298d-4f76-ac4e-c5d6523e5a1f" providerId="ADAL" clId="{02DBDD0D-12A5-481B-89FA-671D0470AB18}" dt="2025-05-09T14:34:38.764" v="726" actId="20577"/>
          <ac:spMkLst>
            <pc:docMk/>
            <pc:sldMk cId="3092162588" sldId="264"/>
            <ac:spMk id="3" creationId="{1B539F43-EFFF-4ABA-8987-65F074E22A06}"/>
          </ac:spMkLst>
        </pc:spChg>
        <pc:spChg chg="add mod">
          <ac:chgData name="Nahom Mekbeb" userId="e293a0d2-298d-4f76-ac4e-c5d6523e5a1f" providerId="ADAL" clId="{02DBDD0D-12A5-481B-89FA-671D0470AB18}" dt="2025-05-14T07:47:31.988" v="1132" actId="1076"/>
          <ac:spMkLst>
            <pc:docMk/>
            <pc:sldMk cId="3092162588" sldId="264"/>
            <ac:spMk id="4" creationId="{05D80443-3356-5293-A37A-CCA42D94BCC4}"/>
          </ac:spMkLst>
        </pc:spChg>
      </pc:sldChg>
      <pc:sldChg chg="modSp mod ord modShow">
        <pc:chgData name="Nahom Mekbeb" userId="e293a0d2-298d-4f76-ac4e-c5d6523e5a1f" providerId="ADAL" clId="{02DBDD0D-12A5-481B-89FA-671D0470AB18}" dt="2025-05-14T08:12:19.584" v="1928"/>
        <pc:sldMkLst>
          <pc:docMk/>
          <pc:sldMk cId="4116696781" sldId="265"/>
        </pc:sldMkLst>
        <pc:spChg chg="mod">
          <ac:chgData name="Nahom Mekbeb" userId="e293a0d2-298d-4f76-ac4e-c5d6523e5a1f" providerId="ADAL" clId="{02DBDD0D-12A5-481B-89FA-671D0470AB18}" dt="2025-05-14T08:00:01.383" v="1846" actId="6549"/>
          <ac:spMkLst>
            <pc:docMk/>
            <pc:sldMk cId="4116696781" sldId="265"/>
            <ac:spMk id="3" creationId="{2F91CE64-D95C-63AA-14CD-E9CE40F0FB69}"/>
          </ac:spMkLst>
        </pc:spChg>
      </pc:sldChg>
      <pc:sldChg chg="addSp modSp mod">
        <pc:chgData name="Nahom Mekbeb" userId="e293a0d2-298d-4f76-ac4e-c5d6523e5a1f" providerId="ADAL" clId="{02DBDD0D-12A5-481B-89FA-671D0470AB18}" dt="2025-05-14T08:00:28.426" v="1858" actId="5793"/>
        <pc:sldMkLst>
          <pc:docMk/>
          <pc:sldMk cId="186964371" sldId="266"/>
        </pc:sldMkLst>
      </pc:sldChg>
      <pc:sldChg chg="addSp modSp mod">
        <pc:chgData name="Nahom Mekbeb" userId="e293a0d2-298d-4f76-ac4e-c5d6523e5a1f" providerId="ADAL" clId="{02DBDD0D-12A5-481B-89FA-671D0470AB18}" dt="2025-05-14T08:12:07.351" v="1925" actId="1076"/>
        <pc:sldMkLst>
          <pc:docMk/>
          <pc:sldMk cId="356365376" sldId="267"/>
        </pc:sldMkLst>
        <pc:spChg chg="mod">
          <ac:chgData name="Nahom Mekbeb" userId="e293a0d2-298d-4f76-ac4e-c5d6523e5a1f" providerId="ADAL" clId="{02DBDD0D-12A5-481B-89FA-671D0470AB18}" dt="2025-05-14T08:12:00.891" v="1923" actId="1076"/>
          <ac:spMkLst>
            <pc:docMk/>
            <pc:sldMk cId="356365376" sldId="267"/>
            <ac:spMk id="2" creationId="{AA76A9E7-D043-5B84-1A53-5D5B200A7AD5}"/>
          </ac:spMkLst>
        </pc:spChg>
        <pc:spChg chg="mod">
          <ac:chgData name="Nahom Mekbeb" userId="e293a0d2-298d-4f76-ac4e-c5d6523e5a1f" providerId="ADAL" clId="{02DBDD0D-12A5-481B-89FA-671D0470AB18}" dt="2025-05-14T08:12:00.891" v="1923" actId="1076"/>
          <ac:spMkLst>
            <pc:docMk/>
            <pc:sldMk cId="356365376" sldId="267"/>
            <ac:spMk id="3" creationId="{98F81EC2-A1D3-0AD5-92F7-330AA7528A1C}"/>
          </ac:spMkLst>
        </pc:spChg>
        <pc:spChg chg="add mod">
          <ac:chgData name="Nahom Mekbeb" userId="e293a0d2-298d-4f76-ac4e-c5d6523e5a1f" providerId="ADAL" clId="{02DBDD0D-12A5-481B-89FA-671D0470AB18}" dt="2025-05-14T08:12:07.351" v="1925" actId="1076"/>
          <ac:spMkLst>
            <pc:docMk/>
            <pc:sldMk cId="356365376" sldId="267"/>
            <ac:spMk id="5" creationId="{7FFCC485-0EC8-06A0-6ED8-2DBABF7903DB}"/>
          </ac:spMkLst>
        </pc:spChg>
        <pc:spChg chg="add mod">
          <ac:chgData name="Nahom Mekbeb" userId="e293a0d2-298d-4f76-ac4e-c5d6523e5a1f" providerId="ADAL" clId="{02DBDD0D-12A5-481B-89FA-671D0470AB18}" dt="2025-05-14T08:12:07.351" v="1925" actId="1076"/>
          <ac:spMkLst>
            <pc:docMk/>
            <pc:sldMk cId="356365376" sldId="267"/>
            <ac:spMk id="6" creationId="{1DA96351-FCF3-12C2-B69D-D0D4EEA0B3C7}"/>
          </ac:spMkLst>
        </pc:spChg>
      </pc:sldChg>
      <pc:sldChg chg="mod ord modShow">
        <pc:chgData name="Nahom Mekbeb" userId="e293a0d2-298d-4f76-ac4e-c5d6523e5a1f" providerId="ADAL" clId="{02DBDD0D-12A5-481B-89FA-671D0470AB18}" dt="2025-05-14T08:02:57.496" v="1892" actId="20578"/>
        <pc:sldMkLst>
          <pc:docMk/>
          <pc:sldMk cId="2981365645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9AB5D0-99BB-CC1E-F323-5BDAAF4B4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7BFF5DE-6BCC-6210-8D71-D4D5B988A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EFEBED-F5E2-CA97-46D4-6DEFD7A99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CDE540-3779-783F-6D55-648C9850C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DA7FAB-E7BA-C2CA-B5D8-7DA9FB4B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35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587EBC-9C08-2881-0024-24E33030C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611F3C1-1FC9-B030-E82F-A07DBF90C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282DDFA-93C1-B65E-93BB-384FCA214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018964-180A-CF03-BB82-34091A5F3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3241C1B-4FD5-1F5B-E815-934E5B237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0912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25BBB3-5DFF-0A02-C593-1714E1C93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AA3FC03-7F9D-A289-4487-A252A0AAF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FD55851-C851-B03B-8CE1-7F709903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07C7B4F-7191-A1F3-6B5E-CA6102052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38506C-9232-71CC-FBD4-A0A0B4EA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7274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78B752-3C85-FD14-ED7B-798A31006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ABCB80E-74D9-3B9A-253C-29102EF32D1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6FE9975-A788-A593-B3FB-40BA44B63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3F8615-D99D-1C01-67A6-E2260F62D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DFE3BC-0AA1-AA86-0850-5AD47600E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D58F325-DFD4-4594-60D2-742914E14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059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760CB3-1BB7-8D74-36FE-ED506BEFA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7074A5-DDC7-400A-3F81-4141FEDA4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DBA5FC5-285F-70AE-EB17-B69A458C9B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9CCCAD8-0154-839A-9150-CBC92EFCAB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38F33C7-84F1-56B6-DCBD-110A78E402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FAB35A0-FCBF-7AC1-5B13-960F0D5BE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BC2048F-75AA-3E55-CD2D-95C0999B8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A030FE-C9EA-1B52-5F57-BDA3C3077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656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79EB3E-0304-C2D7-3C7B-37126CC78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595317B-DFBB-9B83-F406-8446D6B7C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960E361-68D9-DDEE-8691-2831A3C4F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A973DED-AF08-7B47-23DF-8D60768BA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4123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F4EDE42-80ED-01B5-0C69-2EA2EC087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AEA6EDC-19FE-0BC7-4155-4DE986389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FE2317-8FA2-BAB2-032E-4AA0EDE28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5134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2E89CD-DF1E-4C57-6688-FAE1D5297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5B8532-8757-675E-5A87-D0C3EBB3A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58673A9-2C47-6F9D-1FA4-1A92A157E3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655C69-839D-73A8-D59C-E33B0048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F8157F7-F014-CB85-1124-36F84E5B1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099943E-AE4F-13A4-A7D6-AFDEB751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3412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E908D3-4037-AF45-DAE3-73A63BB9F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F38513-4717-3042-40A0-348C5C26DD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DD0804-6991-A4D3-F466-D9634AB5D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E2A280-1993-FB9F-FA48-16195DF98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534BF5-D4FB-1BC3-584A-522AC60C5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44E5B0F-F333-F6EE-2D73-FE9D9C9A7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FBFCE2-45ED-6C48-7750-8713F8A27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B5D127D-5293-C4B7-76E7-78C1BE6C09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9A6C17D-4E40-AD0E-3FB3-54C92F0E4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06370D-5FDA-23EF-7FB8-7F832AAD0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3B34A12-BFF2-BE51-B6F8-5E64E0FE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525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497CF81-8A13-40B7-DA24-CC3B81D869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C840D88-9C6A-C52F-E367-F4B8CC945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E9AC31E-04CC-377A-E29E-559FD47CD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1EEBE3-A667-66BD-D666-B8437467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348D07-49AD-4D86-0659-7C5025C2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2632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FCDF244-3A55-DDD7-116C-B0B96D5A1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28DA334-18E1-6E3B-0553-D6C5BDAF3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B14C24-6A29-FE09-091D-F0F8B89AFA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E13F75-6E15-4BF8-A024-68F3F9CF1470}" type="datetimeFigureOut">
              <a:rPr lang="de-DE" smtClean="0"/>
              <a:t>14.05.2025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961D12-CCAA-2A27-B05E-5FADC17E26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F20384-81B6-C530-09A9-9CE8660FA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6EB2-D1C8-48BA-AB03-0C5918A1BC6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1330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18C4CA-39E0-C1A0-724D-857C3513AF3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 err="1"/>
              <a:t>AfriDwell</a:t>
            </a:r>
            <a:br>
              <a:rPr lang="de-DE" dirty="0"/>
            </a:br>
            <a:r>
              <a:rPr lang="de-DE" sz="3100" dirty="0"/>
              <a:t>Slogan: Finden, Verwalten, Investieren alles an einem Ort</a:t>
            </a:r>
            <a:br>
              <a:rPr lang="de-DE" dirty="0"/>
            </a:b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3707F05-ECEC-9B88-C27D-2EE2F84BC51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5400" dirty="0"/>
              <a:t>PITCHDECK</a:t>
            </a:r>
          </a:p>
        </p:txBody>
      </p:sp>
    </p:spTree>
    <p:extLst>
      <p:ext uri="{BB962C8B-B14F-4D97-AF65-F5344CB8AC3E}">
        <p14:creationId xmlns:p14="http://schemas.microsoft.com/office/powerpoint/2010/main" val="4156235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ADF4C6-79EB-D3FE-2A83-DC9D53C7A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Digitale Immobilienmanagement Plattform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43DD98-5350-72CE-D74F-53740D99A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2179" y="1758520"/>
            <a:ext cx="4530119" cy="2202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rgbClr val="FF0000"/>
                </a:solidFill>
              </a:rPr>
              <a:t>Herausforderungen</a:t>
            </a:r>
          </a:p>
          <a:p>
            <a:r>
              <a:rPr lang="de-DE" sz="12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Hoher Wohnraummangel (über 7m Einheiten fehlen)</a:t>
            </a:r>
          </a:p>
          <a:p>
            <a:r>
              <a:rPr lang="de-DE" sz="1200" dirty="0">
                <a:solidFill>
                  <a:srgbClr val="000000"/>
                </a:solidFill>
                <a:latin typeface="-webkit-standard"/>
              </a:rPr>
              <a:t>Informelle Märkte und Intransparenz zu Kaufpreisen, Mieten und Lagen</a:t>
            </a:r>
            <a:endParaRPr lang="de-DE" sz="1200" dirty="0"/>
          </a:p>
          <a:p>
            <a:r>
              <a:rPr lang="de-DE" sz="1200" dirty="0"/>
              <a:t>Rasante Urbanisierung überfordert Prozesse</a:t>
            </a:r>
          </a:p>
          <a:p>
            <a:r>
              <a:rPr lang="de-DE" sz="1200" dirty="0"/>
              <a:t>Unzureichende Daten und fehlende Digitalisierung</a:t>
            </a:r>
          </a:p>
          <a:p>
            <a:r>
              <a:rPr lang="de-DE" sz="1200" dirty="0"/>
              <a:t>Informelles, nicht standardisiertes Adresssystem</a:t>
            </a:r>
          </a:p>
          <a:p>
            <a:r>
              <a:rPr lang="de-DE" sz="1200" dirty="0"/>
              <a:t>Analoges und unstrukturiertes Immobilienmanagement</a:t>
            </a:r>
          </a:p>
          <a:p>
            <a:endParaRPr lang="de-DE" sz="1200" dirty="0"/>
          </a:p>
          <a:p>
            <a:endParaRPr lang="de-DE" sz="1200" dirty="0"/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D3275A59-9AE3-A8DD-2EED-72EE1EB86E98}"/>
              </a:ext>
            </a:extLst>
          </p:cNvPr>
          <p:cNvSpPr txBox="1">
            <a:spLocks/>
          </p:cNvSpPr>
          <p:nvPr/>
        </p:nvSpPr>
        <p:spPr>
          <a:xfrm>
            <a:off x="1602623" y="1958250"/>
            <a:ext cx="4493377" cy="16805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sz="1200" dirty="0">
                <a:solidFill>
                  <a:srgbClr val="FF0000"/>
                </a:solidFill>
              </a:rPr>
              <a:t>Markt</a:t>
            </a:r>
          </a:p>
          <a:p>
            <a:r>
              <a:rPr lang="de-DE" sz="1200" dirty="0"/>
              <a:t>Gesamtbevölkerung 264m</a:t>
            </a:r>
          </a:p>
          <a:p>
            <a:r>
              <a:rPr lang="de-DE" sz="1200" dirty="0"/>
              <a:t>Bevölkerungswachstum (jährlich) &gt;2.5%</a:t>
            </a:r>
          </a:p>
          <a:p>
            <a:r>
              <a:rPr lang="de-DE" sz="1200" dirty="0"/>
              <a:t>Urbanisierungsrate über2.7%</a:t>
            </a:r>
          </a:p>
          <a:p>
            <a:r>
              <a:rPr lang="de-DE" sz="1200" dirty="0"/>
              <a:t>Medienalter unter 19 Jahre</a:t>
            </a:r>
          </a:p>
          <a:p>
            <a:r>
              <a:rPr lang="de-DE" sz="1200" dirty="0"/>
              <a:t>Smartphone Zielgruppe von über 150m potenziellen Nutzern</a:t>
            </a:r>
          </a:p>
          <a:p>
            <a:endParaRPr lang="de-DE" sz="1200" dirty="0"/>
          </a:p>
          <a:p>
            <a:endParaRPr lang="de-DE" sz="1200" dirty="0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CF2BB30-754F-0793-B7AC-9BC4DECBBC76}"/>
              </a:ext>
            </a:extLst>
          </p:cNvPr>
          <p:cNvSpPr txBox="1">
            <a:spLocks/>
          </p:cNvSpPr>
          <p:nvPr/>
        </p:nvSpPr>
        <p:spPr>
          <a:xfrm>
            <a:off x="1469325" y="4424674"/>
            <a:ext cx="3898412" cy="2202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200" dirty="0">
                <a:solidFill>
                  <a:srgbClr val="FF0000"/>
                </a:solidFill>
              </a:rPr>
              <a:t>Chance: Ineffizientes Immobilienmanagement als strategische Marktlücke</a:t>
            </a:r>
          </a:p>
          <a:p>
            <a:r>
              <a:rPr lang="de-DE" sz="1200" dirty="0"/>
              <a:t>Digitalisierung eines bislang analogen Immobilienmarkt</a:t>
            </a:r>
          </a:p>
          <a:p>
            <a:r>
              <a:rPr lang="de-DE" sz="1200" dirty="0"/>
              <a:t>Hoher Bedarf an Struktur &amp; Transparenz</a:t>
            </a:r>
          </a:p>
          <a:p>
            <a:r>
              <a:rPr lang="de-DE" sz="1200" dirty="0"/>
              <a:t>Wachsender Markt mit Bedarf an skalierbarem Management -&gt; digital, mobil und kosteneffizient</a:t>
            </a:r>
          </a:p>
          <a:p>
            <a:endParaRPr lang="de-DE" sz="1200" dirty="0"/>
          </a:p>
          <a:p>
            <a:endParaRPr lang="de-DE" sz="1200" dirty="0"/>
          </a:p>
          <a:p>
            <a:endParaRPr lang="de-DE" sz="1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B598EBD-4015-3A93-621F-C1685F0E5830}"/>
              </a:ext>
            </a:extLst>
          </p:cNvPr>
          <p:cNvSpPr txBox="1"/>
          <p:nvPr/>
        </p:nvSpPr>
        <p:spPr>
          <a:xfrm>
            <a:off x="453710" y="2004740"/>
            <a:ext cx="10540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0" dirty="0"/>
              <a:t>1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4E50527-ABE9-25E2-AA6B-14AFE77FC636}"/>
              </a:ext>
            </a:extLst>
          </p:cNvPr>
          <p:cNvSpPr txBox="1"/>
          <p:nvPr/>
        </p:nvSpPr>
        <p:spPr>
          <a:xfrm>
            <a:off x="6268176" y="1690688"/>
            <a:ext cx="10540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0" dirty="0"/>
              <a:t>2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7DBC68C9-3218-5E16-E7C3-BBB559CA34E1}"/>
              </a:ext>
            </a:extLst>
          </p:cNvPr>
          <p:cNvSpPr txBox="1"/>
          <p:nvPr/>
        </p:nvSpPr>
        <p:spPr>
          <a:xfrm>
            <a:off x="453710" y="4102007"/>
            <a:ext cx="10540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0" dirty="0"/>
              <a:t>3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B1AF86A-E6F7-2F57-83F7-600647A7052A}"/>
              </a:ext>
            </a:extLst>
          </p:cNvPr>
          <p:cNvSpPr txBox="1"/>
          <p:nvPr/>
        </p:nvSpPr>
        <p:spPr>
          <a:xfrm>
            <a:off x="5639964" y="4197816"/>
            <a:ext cx="16112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0" dirty="0"/>
              <a:t>-&gt;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4F1FA5FB-3D38-9E45-AAF2-15B7CCA654F6}"/>
              </a:ext>
            </a:extLst>
          </p:cNvPr>
          <p:cNvSpPr txBox="1">
            <a:spLocks/>
          </p:cNvSpPr>
          <p:nvPr/>
        </p:nvSpPr>
        <p:spPr>
          <a:xfrm>
            <a:off x="7401291" y="4197816"/>
            <a:ext cx="4451007" cy="22029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200" dirty="0">
                <a:solidFill>
                  <a:srgbClr val="FF0000"/>
                </a:solidFill>
              </a:rPr>
              <a:t>Lösung: Erste digitale Immobilienmanagement Plattform</a:t>
            </a:r>
          </a:p>
        </p:txBody>
      </p:sp>
    </p:spTree>
    <p:extLst>
      <p:ext uri="{BB962C8B-B14F-4D97-AF65-F5344CB8AC3E}">
        <p14:creationId xmlns:p14="http://schemas.microsoft.com/office/powerpoint/2010/main" val="805585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CB9446-3F79-B8C2-0F06-810BFAF7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Stage 1: </a:t>
            </a:r>
            <a:r>
              <a:rPr lang="de-DE" dirty="0" err="1"/>
              <a:t>AfriDwell</a:t>
            </a:r>
            <a:r>
              <a:rPr lang="de-DE" dirty="0"/>
              <a:t> App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1844CB3-2894-018C-E95E-CB8766011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925" y="1593892"/>
            <a:ext cx="5802630" cy="5415536"/>
          </a:xfrm>
        </p:spPr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81DF6629-BF67-C504-3E15-BDA6F2997C1E}"/>
              </a:ext>
            </a:extLst>
          </p:cNvPr>
          <p:cNvSpPr txBox="1">
            <a:spLocks/>
          </p:cNvSpPr>
          <p:nvPr/>
        </p:nvSpPr>
        <p:spPr>
          <a:xfrm>
            <a:off x="6934200" y="-29765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FF0000"/>
                </a:solidFill>
              </a:rPr>
              <a:t>		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DB34ACE7-162D-7C82-55CD-5038C9ACF732}"/>
              </a:ext>
            </a:extLst>
          </p:cNvPr>
          <p:cNvSpPr txBox="1">
            <a:spLocks/>
          </p:cNvSpPr>
          <p:nvPr/>
        </p:nvSpPr>
        <p:spPr>
          <a:xfrm>
            <a:off x="6096000" y="2051607"/>
            <a:ext cx="7555230" cy="5659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DE" dirty="0">
              <a:solidFill>
                <a:srgbClr val="FF0000"/>
              </a:solidFill>
            </a:endParaRPr>
          </a:p>
        </p:txBody>
      </p:sp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96651DB7-4AF8-1F3E-8E32-295CE9E63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577539"/>
              </p:ext>
            </p:extLst>
          </p:nvPr>
        </p:nvGraphicFramePr>
        <p:xfrm>
          <a:off x="415925" y="1249850"/>
          <a:ext cx="9318624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4098">
                  <a:extLst>
                    <a:ext uri="{9D8B030D-6E8A-4147-A177-3AD203B41FA5}">
                      <a16:colId xmlns:a16="http://schemas.microsoft.com/office/drawing/2014/main" val="3754433276"/>
                    </a:ext>
                  </a:extLst>
                </a:gridCol>
                <a:gridCol w="2074098">
                  <a:extLst>
                    <a:ext uri="{9D8B030D-6E8A-4147-A177-3AD203B41FA5}">
                      <a16:colId xmlns:a16="http://schemas.microsoft.com/office/drawing/2014/main" val="3460677991"/>
                    </a:ext>
                  </a:extLst>
                </a:gridCol>
                <a:gridCol w="2074098">
                  <a:extLst>
                    <a:ext uri="{9D8B030D-6E8A-4147-A177-3AD203B41FA5}">
                      <a16:colId xmlns:a16="http://schemas.microsoft.com/office/drawing/2014/main" val="2872076252"/>
                    </a:ext>
                  </a:extLst>
                </a:gridCol>
                <a:gridCol w="3096330">
                  <a:extLst>
                    <a:ext uri="{9D8B030D-6E8A-4147-A177-3AD203B41FA5}">
                      <a16:colId xmlns:a16="http://schemas.microsoft.com/office/drawing/2014/main" val="1508277438"/>
                    </a:ext>
                  </a:extLst>
                </a:gridCol>
              </a:tblGrid>
              <a:tr h="466921">
                <a:tc>
                  <a:txBody>
                    <a:bodyPr/>
                    <a:lstStyle/>
                    <a:p>
                      <a:r>
                        <a:rPr lang="de-DE" dirty="0"/>
                        <a:t>Kriterien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AfriDwell</a:t>
                      </a:r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Property 24 (</a:t>
                      </a:r>
                      <a:r>
                        <a:rPr lang="de-DE" dirty="0" err="1"/>
                        <a:t>Kenya</a:t>
                      </a:r>
                      <a:r>
                        <a:rPr lang="de-DE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Bet</a:t>
                      </a:r>
                      <a:r>
                        <a:rPr lang="de-DE" dirty="0"/>
                        <a:t> </a:t>
                      </a:r>
                      <a:r>
                        <a:rPr lang="de-DE" dirty="0" err="1"/>
                        <a:t>Delala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3133303"/>
                  </a:ext>
                </a:extLst>
              </a:tr>
              <a:tr h="465056">
                <a:tc>
                  <a:txBody>
                    <a:bodyPr/>
                    <a:lstStyle/>
                    <a:p>
                      <a:r>
                        <a:rPr lang="de-DE" dirty="0"/>
                        <a:t>Mobile Verfügbarkeit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5933149"/>
                  </a:ext>
                </a:extLst>
              </a:tr>
              <a:tr h="465056">
                <a:tc>
                  <a:txBody>
                    <a:bodyPr/>
                    <a:lstStyle/>
                    <a:p>
                      <a:r>
                        <a:rPr lang="de-DE" dirty="0"/>
                        <a:t>kostenloser Einstieg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671459"/>
                  </a:ext>
                </a:extLst>
              </a:tr>
              <a:tr h="465056">
                <a:tc>
                  <a:txBody>
                    <a:bodyPr/>
                    <a:lstStyle/>
                    <a:p>
                      <a:r>
                        <a:rPr lang="de-DE" dirty="0"/>
                        <a:t>Immobilien anbieten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9663925"/>
                  </a:ext>
                </a:extLst>
              </a:tr>
              <a:tr h="265747">
                <a:tc>
                  <a:txBody>
                    <a:bodyPr/>
                    <a:lstStyle/>
                    <a:p>
                      <a:r>
                        <a:rPr lang="de-DE" dirty="0"/>
                        <a:t>Immobilien finden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4548733"/>
                  </a:ext>
                </a:extLst>
              </a:tr>
              <a:tr h="265747">
                <a:tc>
                  <a:txBody>
                    <a:bodyPr/>
                    <a:lstStyle/>
                    <a:p>
                      <a:r>
                        <a:rPr lang="de-DE" dirty="0"/>
                        <a:t>native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6955782"/>
                  </a:ext>
                </a:extLst>
              </a:tr>
              <a:tr h="465056">
                <a:tc>
                  <a:txBody>
                    <a:bodyPr/>
                    <a:lstStyle/>
                    <a:p>
                      <a:r>
                        <a:rPr lang="de-DE" dirty="0"/>
                        <a:t>Verifizierungskennzeichen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994699"/>
                  </a:ext>
                </a:extLst>
              </a:tr>
              <a:tr h="465056">
                <a:tc>
                  <a:txBody>
                    <a:bodyPr/>
                    <a:lstStyle/>
                    <a:p>
                      <a:r>
                        <a:rPr lang="de-DE" dirty="0"/>
                        <a:t>Kartenbasierte Suche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542847"/>
                  </a:ext>
                </a:extLst>
              </a:tr>
              <a:tr h="465056">
                <a:tc>
                  <a:txBody>
                    <a:bodyPr/>
                    <a:lstStyle/>
                    <a:p>
                      <a:r>
                        <a:rPr lang="de-DE" dirty="0"/>
                        <a:t>Mehrsprachigkeit durch KI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2774973"/>
                  </a:ext>
                </a:extLst>
              </a:tr>
              <a:tr h="265747">
                <a:tc>
                  <a:txBody>
                    <a:bodyPr/>
                    <a:lstStyle/>
                    <a:p>
                      <a:r>
                        <a:rPr lang="de-DE" dirty="0"/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567969"/>
                  </a:ext>
                </a:extLst>
              </a:tr>
              <a:tr h="265747">
                <a:tc>
                  <a:txBody>
                    <a:bodyPr/>
                    <a:lstStyle/>
                    <a:p>
                      <a:r>
                        <a:rPr lang="de-DE" dirty="0"/>
                        <a:t>B2B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Hacken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30352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519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631313-3802-C288-A06E-5958CAB0E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Wachstum &amp; Monetarisierung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42C71B-1400-00E8-0F50-59FDD1020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289C28DF-874C-73D0-C00C-CE8ED3924147}"/>
              </a:ext>
            </a:extLst>
          </p:cNvPr>
          <p:cNvSpPr txBox="1"/>
          <p:nvPr/>
        </p:nvSpPr>
        <p:spPr>
          <a:xfrm>
            <a:off x="838200" y="2580481"/>
            <a:ext cx="52692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de-DE" dirty="0"/>
              <a:t>Kooperation mit Bestandshaltern/Entwicklern/Makler/Baugesellschaften/Banken</a:t>
            </a:r>
          </a:p>
          <a:p>
            <a:r>
              <a:rPr lang="de-DE" dirty="0"/>
              <a:t>      </a:t>
            </a: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Incentives / Kostenfreie Premiumfunktionen / 	Vergünstigte Konditionen</a:t>
            </a:r>
          </a:p>
          <a:p>
            <a:r>
              <a:rPr lang="de-DE" dirty="0"/>
              <a:t>2. </a:t>
            </a:r>
            <a:r>
              <a:rPr lang="de-DE" dirty="0" err="1"/>
              <a:t>Affiliate</a:t>
            </a:r>
            <a:r>
              <a:rPr lang="de-DE" dirty="0"/>
              <a:t> Marketing / Kooperation Influencer / 	Werbung digital (</a:t>
            </a:r>
            <a:r>
              <a:rPr lang="de-DE" dirty="0" err="1"/>
              <a:t>Social</a:t>
            </a:r>
            <a:r>
              <a:rPr lang="de-DE" dirty="0"/>
              <a:t> Media) / Werbung 	TV / Werbung Billboards</a:t>
            </a:r>
          </a:p>
          <a:p>
            <a:endParaRPr lang="de-DE" dirty="0">
              <a:solidFill>
                <a:srgbClr val="FF0000"/>
              </a:solidFill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3C133359-DCFA-A4D9-3ED0-B077958F39F1}"/>
              </a:ext>
            </a:extLst>
          </p:cNvPr>
          <p:cNvSpPr txBox="1">
            <a:spLocks/>
          </p:cNvSpPr>
          <p:nvPr/>
        </p:nvSpPr>
        <p:spPr>
          <a:xfrm>
            <a:off x="6652261" y="2457451"/>
            <a:ext cx="4358639" cy="270835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Premium </a:t>
            </a:r>
            <a:r>
              <a:rPr lang="de-DE" dirty="0" err="1"/>
              <a:t>Insights</a:t>
            </a:r>
            <a:r>
              <a:rPr lang="de-DE" dirty="0"/>
              <a:t> für Listing-Ersteller (Anzahl Aufrufe, Immobiliendaten usw.)</a:t>
            </a:r>
          </a:p>
          <a:p>
            <a:r>
              <a:rPr lang="de-DE" dirty="0"/>
              <a:t>Premium Listings (Priorisierte Anzeigen mit Zusatzfunktionen)</a:t>
            </a:r>
          </a:p>
          <a:p>
            <a:r>
              <a:rPr lang="de-DE" dirty="0"/>
              <a:t>Werbeanzeigen (Immobilien, Immobiliennahe Dienstleistungen)</a:t>
            </a:r>
          </a:p>
          <a:p>
            <a:r>
              <a:rPr lang="de-DE" dirty="0"/>
              <a:t>Marktberichte Daten (Reports, Schnittstellen, digitale Dashboards)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2883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76A9E7-D043-5B84-1A53-5D5B200A7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310" y="250825"/>
            <a:ext cx="3531870" cy="1605598"/>
          </a:xfrm>
        </p:spPr>
        <p:txBody>
          <a:bodyPr/>
          <a:lstStyle/>
          <a:p>
            <a:r>
              <a:rPr lang="de-DE" dirty="0"/>
              <a:t>				Roadmap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8F81EC2-A1D3-0AD5-92F7-330AA7528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190" y="1856423"/>
            <a:ext cx="8538210" cy="247022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15.05.2025 – 15.11.2025</a:t>
            </a:r>
          </a:p>
          <a:p>
            <a:r>
              <a:rPr lang="de-DE" dirty="0">
                <a:sym typeface="Wingdings" panose="05000000000000000000" pitchFamily="2" charset="2"/>
              </a:rPr>
              <a:t>MVP- Entwicklung  Gründung  Markteintritt </a:t>
            </a:r>
            <a:r>
              <a:rPr lang="de-DE" dirty="0" err="1">
                <a:sym typeface="Wingdings" panose="05000000000000000000" pitchFamily="2" charset="2"/>
              </a:rPr>
              <a:t>Launchkampagne</a:t>
            </a:r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15.07.2025 – 15.07.2027</a:t>
            </a:r>
          </a:p>
          <a:p>
            <a:r>
              <a:rPr lang="de-DE" dirty="0">
                <a:sym typeface="Wingdings" panose="05000000000000000000" pitchFamily="2" charset="2"/>
              </a:rPr>
              <a:t>Projektmanagement/ Skalierung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Auf die vorherige Seite ?</a:t>
            </a:r>
          </a:p>
          <a:p>
            <a:pPr marL="0" indent="0">
              <a:buNone/>
            </a:pPr>
            <a:endParaRPr lang="de-DE" dirty="0">
              <a:sym typeface="Wingdings" panose="05000000000000000000" pitchFamily="2" charset="2"/>
            </a:endParaRP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CC485-0EC8-06A0-6ED8-2DBABF7903DB}"/>
              </a:ext>
            </a:extLst>
          </p:cNvPr>
          <p:cNvSpPr txBox="1">
            <a:spLocks/>
          </p:cNvSpPr>
          <p:nvPr/>
        </p:nvSpPr>
        <p:spPr>
          <a:xfrm>
            <a:off x="7818120" y="4732020"/>
            <a:ext cx="3531870" cy="9934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/>
              <a:t>				Team </a:t>
            </a: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1DA96351-FCF3-12C2-B69D-D0D4EEA0B3C7}"/>
              </a:ext>
            </a:extLst>
          </p:cNvPr>
          <p:cNvSpPr txBox="1">
            <a:spLocks/>
          </p:cNvSpPr>
          <p:nvPr/>
        </p:nvSpPr>
        <p:spPr>
          <a:xfrm>
            <a:off x="7193280" y="5501958"/>
            <a:ext cx="4781550" cy="1356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Namen und Aufgaben</a:t>
            </a:r>
          </a:p>
          <a:p>
            <a:r>
              <a:rPr lang="de-DE" dirty="0"/>
              <a:t>Warum wir die richtigen sind</a:t>
            </a:r>
          </a:p>
        </p:txBody>
      </p:sp>
    </p:spTree>
    <p:extLst>
      <p:ext uri="{BB962C8B-B14F-4D97-AF65-F5344CB8AC3E}">
        <p14:creationId xmlns:p14="http://schemas.microsoft.com/office/powerpoint/2010/main" val="356365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FDADA4-DD41-C820-4EED-94D249577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Finanzierungsbedarf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600E17-50E7-E6CD-2A9C-164630A80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de-DE" dirty="0"/>
              <a:t>15.05. 2025 -15.11.2025 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Compliance &amp; Recht, IT-Equipment  15000 $</a:t>
            </a:r>
          </a:p>
          <a:p>
            <a:r>
              <a:rPr lang="de-DE" dirty="0">
                <a:sym typeface="Wingdings" panose="05000000000000000000" pitchFamily="2" charset="2"/>
              </a:rPr>
              <a:t>Mock- Up  5000 $</a:t>
            </a:r>
          </a:p>
          <a:p>
            <a:r>
              <a:rPr lang="de-DE" dirty="0">
                <a:sym typeface="Wingdings" panose="05000000000000000000" pitchFamily="2" charset="2"/>
              </a:rPr>
              <a:t>App Entwicklung  35000 $</a:t>
            </a:r>
          </a:p>
          <a:p>
            <a:r>
              <a:rPr lang="de-DE" dirty="0">
                <a:sym typeface="Wingdings" panose="05000000000000000000" pitchFamily="2" charset="2"/>
              </a:rPr>
              <a:t>UX/UI Design  5000 $</a:t>
            </a:r>
          </a:p>
          <a:p>
            <a:r>
              <a:rPr lang="de-DE" dirty="0">
                <a:sym typeface="Wingdings" panose="05000000000000000000" pitchFamily="2" charset="2"/>
              </a:rPr>
              <a:t>Server &amp; Hosting 2000 $ pro Jahr</a:t>
            </a:r>
          </a:p>
          <a:p>
            <a:r>
              <a:rPr lang="de-DE" dirty="0">
                <a:sym typeface="Wingdings" panose="05000000000000000000" pitchFamily="2" charset="2"/>
              </a:rPr>
              <a:t>Domain &amp; SSL  200 $ pro Jahr</a:t>
            </a:r>
          </a:p>
          <a:p>
            <a:r>
              <a:rPr lang="de-DE" dirty="0">
                <a:sym typeface="Wingdings" panose="05000000000000000000" pitchFamily="2" charset="2"/>
              </a:rPr>
              <a:t>Content &amp; Übersetzung (KI- Tools)  2000 $ pro Jahr</a:t>
            </a:r>
          </a:p>
          <a:p>
            <a:r>
              <a:rPr lang="de-DE" dirty="0">
                <a:sym typeface="Wingdings" panose="05000000000000000000" pitchFamily="2" charset="2"/>
              </a:rPr>
              <a:t>Summe  </a:t>
            </a:r>
            <a:r>
              <a:rPr lang="de-DE" b="1" dirty="0">
                <a:sym typeface="Wingdings" panose="05000000000000000000" pitchFamily="2" charset="2"/>
              </a:rPr>
              <a:t>64200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b="1" dirty="0">
                <a:sym typeface="Wingdings" panose="05000000000000000000" pitchFamily="2" charset="2"/>
              </a:rPr>
              <a:t>$</a:t>
            </a:r>
          </a:p>
          <a:p>
            <a:r>
              <a:rPr lang="de-DE" dirty="0">
                <a:sym typeface="Wingdings" panose="05000000000000000000" pitchFamily="2" charset="2"/>
              </a:rPr>
              <a:t>15.11.2025- 15.11.2027</a:t>
            </a:r>
          </a:p>
          <a:p>
            <a:r>
              <a:rPr lang="de-DE" dirty="0">
                <a:sym typeface="Wingdings" panose="05000000000000000000" pitchFamily="2" charset="2"/>
              </a:rPr>
              <a:t>Marketing / Skalierung / Projektmanagement / Dauerkosten   </a:t>
            </a:r>
            <a:r>
              <a:rPr lang="de-DE" b="1" dirty="0">
                <a:sym typeface="Wingdings" panose="05000000000000000000" pitchFamily="2" charset="2"/>
              </a:rPr>
              <a:t>88200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b="1" dirty="0">
                <a:sym typeface="Wingdings" panose="05000000000000000000" pitchFamily="2" charset="2"/>
              </a:rPr>
              <a:t>$</a:t>
            </a:r>
          </a:p>
          <a:p>
            <a:r>
              <a:rPr lang="de-DE" b="1" dirty="0">
                <a:sym typeface="Wingdings" panose="05000000000000000000" pitchFamily="2" charset="2"/>
              </a:rPr>
              <a:t>Finanzierungsbedarf = 152.400 $ </a:t>
            </a:r>
            <a:r>
              <a:rPr lang="de-DE" b="1">
                <a:sym typeface="Wingdings" panose="05000000000000000000" pitchFamily="2" charset="2"/>
              </a:rPr>
              <a:t>= 136.000 </a:t>
            </a:r>
            <a:r>
              <a:rPr lang="de-DE" b="1" dirty="0">
                <a:sym typeface="Wingdings" panose="05000000000000000000" pitchFamily="2" charset="2"/>
              </a:rPr>
              <a:t>Euro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6964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4D9B4B-6911-68EA-1E0C-987C11AA5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Call </a:t>
            </a:r>
            <a:r>
              <a:rPr lang="de-DE" dirty="0" err="1"/>
              <a:t>to</a:t>
            </a:r>
            <a:r>
              <a:rPr lang="de-DE" dirty="0"/>
              <a:t> Action und Abschluss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B2B266-B227-90B4-A551-7706A0130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de-DE" dirty="0"/>
              <a:t>Inspirierender Motivationsspruch</a:t>
            </a:r>
          </a:p>
          <a:p>
            <a:r>
              <a:rPr lang="de-DE" dirty="0"/>
              <a:t>z.B. </a:t>
            </a:r>
            <a:r>
              <a:rPr lang="de-DE" dirty="0" err="1"/>
              <a:t>Let´s</a:t>
            </a:r>
            <a:r>
              <a:rPr lang="de-DE" dirty="0"/>
              <a:t> </a:t>
            </a:r>
            <a:r>
              <a:rPr lang="de-DE" dirty="0" err="1"/>
              <a:t>shape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digital </a:t>
            </a:r>
            <a:r>
              <a:rPr lang="de-DE" dirty="0" err="1"/>
              <a:t>future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real </a:t>
            </a:r>
            <a:r>
              <a:rPr lang="de-DE" dirty="0" err="1"/>
              <a:t>estate</a:t>
            </a:r>
            <a:r>
              <a:rPr lang="de-DE" dirty="0"/>
              <a:t> in East </a:t>
            </a:r>
            <a:r>
              <a:rPr lang="de-DE" dirty="0" err="1"/>
              <a:t>Africa</a:t>
            </a:r>
            <a:r>
              <a:rPr lang="de-DE" dirty="0"/>
              <a:t> </a:t>
            </a:r>
            <a:r>
              <a:rPr lang="de-DE" dirty="0" err="1"/>
              <a:t>together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1365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82AF17-5159-C3A9-0A2D-F220A078A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Monetarisierung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35830AE-0D24-4400-B7FF-9A925A05A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Premium </a:t>
            </a:r>
            <a:r>
              <a:rPr lang="de-DE" dirty="0" err="1"/>
              <a:t>Insights</a:t>
            </a:r>
            <a:r>
              <a:rPr lang="de-DE" dirty="0"/>
              <a:t> für Listing-Ersteller (Anzahl Aufrufe, Immobiliendaten usw.)</a:t>
            </a:r>
          </a:p>
          <a:p>
            <a:r>
              <a:rPr lang="de-DE" dirty="0"/>
              <a:t>Premium Listings (Priorisierte Anzeigen mit Zusatzfunktionen)</a:t>
            </a:r>
          </a:p>
          <a:p>
            <a:r>
              <a:rPr lang="de-DE" dirty="0"/>
              <a:t>Werbeanzeigen (Immobilien, Immobiliennahe Dienstleistungen)</a:t>
            </a:r>
          </a:p>
          <a:p>
            <a:r>
              <a:rPr lang="de-DE" dirty="0"/>
              <a:t>Marktberichte Daten (Reports, Schnittstellen, digitale Dashboards)</a:t>
            </a:r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72113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A3AF60-4772-7707-FCD3-BD74DC01C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	Team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F91CE64-D95C-63AA-14CD-E9CE40F0F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Namen und Aufgaben</a:t>
            </a:r>
          </a:p>
          <a:p>
            <a:r>
              <a:rPr lang="de-DE" dirty="0"/>
              <a:t>Warum wir die richtigen sind</a:t>
            </a:r>
          </a:p>
        </p:txBody>
      </p:sp>
    </p:spTree>
    <p:extLst>
      <p:ext uri="{BB962C8B-B14F-4D97-AF65-F5344CB8AC3E}">
        <p14:creationId xmlns:p14="http://schemas.microsoft.com/office/powerpoint/2010/main" val="4116696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C28233-5AF7-0A67-00EE-47C11D923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Wettbewerbsanalyse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B539F43-EFFF-4ABA-8987-65F074E22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Property24 </a:t>
            </a:r>
            <a:r>
              <a:rPr lang="de-DE" dirty="0" err="1"/>
              <a:t>Kenya</a:t>
            </a:r>
            <a:r>
              <a:rPr lang="de-DE" dirty="0"/>
              <a:t> / </a:t>
            </a:r>
            <a:r>
              <a:rPr lang="de-DE" dirty="0" err="1"/>
              <a:t>Bet</a:t>
            </a:r>
            <a:r>
              <a:rPr lang="de-DE" dirty="0"/>
              <a:t> </a:t>
            </a:r>
            <a:r>
              <a:rPr lang="de-DE" dirty="0" err="1"/>
              <a:t>Delala</a:t>
            </a:r>
            <a:endParaRPr lang="de-DE" dirty="0"/>
          </a:p>
          <a:p>
            <a:r>
              <a:rPr lang="de-DE" dirty="0"/>
              <a:t>Was machen sie richtig? / Was machen sie falsch ?</a:t>
            </a:r>
          </a:p>
          <a:p>
            <a:r>
              <a:rPr lang="de-DE" dirty="0"/>
              <a:t>Was wollen wir anders machen ? Alleinstellungsmerkmal ?</a:t>
            </a:r>
          </a:p>
          <a:p>
            <a:r>
              <a:rPr lang="de-DE" dirty="0">
                <a:sym typeface="Wingdings" panose="05000000000000000000" pitchFamily="2" charset="2"/>
              </a:rPr>
              <a:t> Erste Nation übergreifende digitale Immobilienplattform</a:t>
            </a:r>
          </a:p>
          <a:p>
            <a:r>
              <a:rPr lang="de-DE" dirty="0">
                <a:sym typeface="Wingdings" panose="05000000000000000000" pitchFamily="2" charset="2"/>
              </a:rPr>
              <a:t> offline Funktionen </a:t>
            </a:r>
          </a:p>
          <a:p>
            <a:r>
              <a:rPr lang="de-DE" dirty="0">
                <a:sym typeface="Wingdings" panose="05000000000000000000" pitchFamily="2" charset="2"/>
              </a:rPr>
              <a:t> KI -unterstützt ( Mehrsprachigkeit etc.)</a:t>
            </a:r>
          </a:p>
          <a:p>
            <a:r>
              <a:rPr lang="de-DE" dirty="0">
                <a:sym typeface="Wingdings" panose="05000000000000000000" pitchFamily="2" charset="2"/>
              </a:rPr>
              <a:t> digitale Zahlungsmöglichkeiten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5D80443-3356-5293-A37A-CCA42D94BCC4}"/>
              </a:ext>
            </a:extLst>
          </p:cNvPr>
          <p:cNvSpPr txBox="1"/>
          <p:nvPr/>
        </p:nvSpPr>
        <p:spPr>
          <a:xfrm>
            <a:off x="7277100" y="1771650"/>
            <a:ext cx="25971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Vergleichende Tabelle</a:t>
            </a:r>
          </a:p>
        </p:txBody>
      </p:sp>
    </p:spTree>
    <p:extLst>
      <p:ext uri="{BB962C8B-B14F-4D97-AF65-F5344CB8AC3E}">
        <p14:creationId xmlns:p14="http://schemas.microsoft.com/office/powerpoint/2010/main" val="30921625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B11047-F6D3-57E8-6EE3-D7B6F951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			Marktpotenzial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24C7AF1-8A1B-4B0E-CCF5-FEFD64532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Wachsende Bevölkerungszahlen (Ä:2,6%, K:2,0%, T:2,9%)</a:t>
            </a:r>
          </a:p>
          <a:p>
            <a:r>
              <a:rPr lang="de-DE" dirty="0"/>
              <a:t>Junge Bevölkerung (Ä:19,8 J., K:20 J, T:17,7 J)</a:t>
            </a:r>
          </a:p>
          <a:p>
            <a:r>
              <a:rPr lang="de-DE" dirty="0"/>
              <a:t>Wohnraumkriese </a:t>
            </a:r>
          </a:p>
          <a:p>
            <a:r>
              <a:rPr lang="de-DE" dirty="0"/>
              <a:t>Steigende Smartphone Nutzung</a:t>
            </a:r>
          </a:p>
          <a:p>
            <a:r>
              <a:rPr lang="de-DE" dirty="0"/>
              <a:t>Wachsende Anzahl der Stadtbewohner</a:t>
            </a: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0580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183372-438E-5D1E-24B7-42556A868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		Von </a:t>
            </a:r>
            <a:r>
              <a:rPr lang="de-DE" dirty="0" err="1"/>
              <a:t>Immoapp</a:t>
            </a:r>
            <a:r>
              <a:rPr lang="de-DE" dirty="0"/>
              <a:t> zu der ersten 	datengetriebenen Immobilienplattform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A529DC2-49F4-052E-D128-C5C5DF68B5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Schritte zwischen App und Plattform aufzeigen</a:t>
            </a:r>
          </a:p>
          <a:p>
            <a:r>
              <a:rPr lang="de-DE" dirty="0"/>
              <a:t>Wie wir Schrittweise unseren Service erweitern</a:t>
            </a:r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 Mieterkommunikation, Zahlungsmanagement, Asset Management Tools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888340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Breitbild</PresentationFormat>
  <Paragraphs>136</Paragraphs>
  <Slides>12</Slides>
  <Notes>0</Notes>
  <HiddenSlides>6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-webkit-standard</vt:lpstr>
      <vt:lpstr>Wingdings</vt:lpstr>
      <vt:lpstr>Office</vt:lpstr>
      <vt:lpstr>AfriDwell Slogan: Finden, Verwalten, Investieren alles an einem Ort </vt:lpstr>
      <vt:lpstr>Digitale Immobilienmanagement Plattform</vt:lpstr>
      <vt:lpstr>    Stage 1: AfriDwell App</vt:lpstr>
      <vt:lpstr>Wachstum &amp; Monetarisierung</vt:lpstr>
      <vt:lpstr>    Roadmap </vt:lpstr>
      <vt:lpstr>   Finanzierungsbedarf</vt:lpstr>
      <vt:lpstr>  Call to Action und Abschluss</vt:lpstr>
      <vt:lpstr>   Monetarisierung</vt:lpstr>
      <vt:lpstr>    Team </vt:lpstr>
      <vt:lpstr>  Wettbewerbsanalyse</vt:lpstr>
      <vt:lpstr>   Marktpotenzial</vt:lpstr>
      <vt:lpstr>  Von Immoapp zu der ersten  datengetriebenen Immobilienplattform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Nahom Mekbeb</dc:creator>
  <cp:lastModifiedBy>Nahom Mekbeb</cp:lastModifiedBy>
  <cp:revision>1</cp:revision>
  <dcterms:created xsi:type="dcterms:W3CDTF">2025-05-09T13:23:34Z</dcterms:created>
  <dcterms:modified xsi:type="dcterms:W3CDTF">2025-05-16T14:29:32Z</dcterms:modified>
</cp:coreProperties>
</file>